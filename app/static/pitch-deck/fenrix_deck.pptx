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fc5c381498c273e12f779f6ddb2ec761eab09c01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fc5c381498c273e12f779f6ddb2ec761eab09c01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fc5c381498c273e12f779f6ddb2ec761eab09c01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fc5c381498c273e12f779f6ddb2ec761eab09c01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