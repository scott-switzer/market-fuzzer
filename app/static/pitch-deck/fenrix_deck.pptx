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Fenrix Strategy Validation Lab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Backtesting shows where a strategy worked. Fenrix searches for where it breaks.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Product flow: Describe → Review → Lock → Backtest → Stress → Minimize → Export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Strategy hash (immutable): c9d19b2e8d20667a…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git SHA: cca77ab791b12e9e98dd4874a6d466c0f8ea304e · data mode of record: yfinance · universe: 30 assets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The problem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green backtest is a claim, not a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Backtests only tell you where a strategy already worked — they are silent about fragility.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Students and retail quants ship strategies validated on one historical path.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Overfitting, cost blindness and regime fragility hide until real capital finds them.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There is no cheap, reproducible way to ask: under which conditions does this break?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Product workflow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Describe → Review → Lock → Backtest → Stress → Minimize → Export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Describe: plain-English strategy → structured clause ledger (every clause reviewed).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Review + Lock: mandatory approve step → immutable version + canonical SHA-256 hash.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Backtest: the SAME locked hash runs a real multi-asset historical backtest.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Stress: the SAME hash enters a sealed synthetic failure search across mechanisms.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Minimize: confirmed failures are shrunk to a minimal reproducible counterexample.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Export: evidence package with manifest, hashes and claim ledger.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Demo run — Real historical backtest (yfinance)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30 assets · 50 trades · all figures from deck_data.json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10.47%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cumulative return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268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0.16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Sharpe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3672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-26.82%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max drawdown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5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14.65%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ann. volatility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9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15.40%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cost % of capital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6883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50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trades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CAGR 1.26% · Sortino 0.20 · Calmar 0.05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Benchmark CAGR 12.49% · information ratio -0.47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Gross exposure avg 109.52% · net exposure avg 0.00%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(commission/spread/slippage/borrow) — not broker calibrations.</a:t>
            </a:r>
          </a:p>
        </p:txBody>
      </p:sp>
      <p:pic>
        <p:nvPicPr>
          <p:cNvPr id="10" name="Picture 9" descr="equity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3749039"/>
            <a:ext cx="5486400" cy="2468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cca77ab791b12e9e98dd4874a6d466c0f8ea304e · evidence-generated · not investment advice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What the normal backtest missed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Baseline vs confirmed stress failure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Baseline (Real historical backtest (yfinance)): Sharpe 0.16, max drawdown -26.82%, cumulative return 10.47%.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stress search: 7 confirmed failures out of 24 worlds (29.17% failure rate).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Confirmed-failure mechanisms: borrow_cost_increase, slippage_inflation, spread_inflation, volatility_expansion.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cca77ab791b12e9e98dd4874a6d466c0f8ea304e · evidence-generated · not investment advice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Minimized counterexample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Smallest reproducible world where the locked strategy still fails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Mechanism: volatility_expansion · seed 20264.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Intensity minimized 1.038 → 0.8758 and it STILL fails: True.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Violated predicates: n/a.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Adjacent pass: no adjacent pass within radius — reported honestly, not fabricated.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cca77ab791b12e9e98dd4874a6d466c0f8ea304e · evidence-generated · not investment advice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Education &amp; research value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falsification lab, not a profit promise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Students see WHY a strategy fails — mechanism, intensity, seed — not just an equity curve.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Every claim is bound to a hash and an evidence file; grading and review become reproducible.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Instructors can replay the minimized counterexample deterministically.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Mechanism library searched this run: borrow_cost_increase, correlation_breakdown, delayed_rebalance, missing_data_shock, momentum_reversal, short_unavailability, slippage_inflation, spread_inflation, universe_churn, volatility_compression, volatility_expansion.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Architecture &amp; moat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Immutable contracts + sealed synthetic worlds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Clause ledger → canonical hash: the same immutable artifact flows through every stage.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synthetic world generator: seeds + mechanisms are reproducible and tamper-evident.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Evidence packages carry SHA-256 manifests binding data, backtest, campaign and replay.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minimizer + adjacent-pass search turn red flags into actionable counterexamples.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Moat: the corpus of confirmed, minimized failures compounds with every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Honest boundary &amp; roadmap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What this is NOT — and what comes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Synthetic stress worlds are generated, not historical; they probe fragility, not real future risk.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(flat bps), not validated broker calibrations.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Fenrix fundamentals (if used) are not point-in-time; lagged approximation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No claim of live profitability, production execution fidelity, or universal realism.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search is not exhaustive; it reports confirmed failures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Roadmap: point-in-time fundamentals, broker-calibrated costs, richer mechanism library, live paper-trading bridge.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Ask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Help us make strategy falsification the default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Pilot with quant-finance classrooms and student funds this semester.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Feedback on mechanism realism from practitioners.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Compute credits for larger sealed stress campaigns.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Reproduce everything: make submission-demo · make verify-submission · make pitch-deck.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