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31a4e495807f486255757cc7a0c85e6e58932771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13.07%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0.18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-26.75%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14.03%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1.55% · Sortino 0.22 · Calmar 0.06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103.70%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31a4e495807f486255757cc7a0c85e6e58932771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0.18, max drawdown -26.75%, cumulative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8 confirmed failures out of 24 worlds (33.33%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slippage_inflation,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31a4e495807f486255757cc7a0c85e6e58932771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0.9285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31a4e495807f486255757cc7a0c85e6e58932771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