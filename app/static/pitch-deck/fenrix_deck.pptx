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c37f5c67e691235c341bd38e1b2553ef76a951ee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10.47%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0.16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-26.82%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15.40%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1.26% · Sortino 0.20 · Calmar 0.05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-0.47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109.52%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c37f5c67e691235c341bd38e1b2553ef76a951ee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0.16, max drawdown -26.82%, cumulative return 10.47%.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7 confirmed failures out of 24 worlds (29.17%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slippage_inflation, spread_inflation,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c37f5c67e691235c341bd38e1b2553ef76a951ee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volatility_expansion · seed 20264.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1.038 → 0.8758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c37f5c67e691235c341bd38e1b2553ef76a951ee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