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8cc235bde43e8432371221e9ecfba2e6338bd9be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  <p:pic>
        <p:nvPicPr>
          <p:cNvPr id="4" name="Picture 3" descr="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4521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8cc235bde43e8432371221e9ecfba2e6338bd9be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momentum_reversal: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volatility_expansion: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correlation_breakdown: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volatility_compression: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spread_inflation: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slippage_inflation: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borrow_cost_increase: FAIL (low_sharpe)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short_unavailability: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delayed_rebalance: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universe_churn: pass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missing_data_shock: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8cc235bde43e8432371221e9ecfba2e6338bd9be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vs minimized failure — the breaking condition,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8cc235bde43e8432371221e9ecfba2e6338bd9be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