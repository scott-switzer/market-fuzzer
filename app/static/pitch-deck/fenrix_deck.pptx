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Source code SHA: e9b902f10f74e74f9bda9dabaf7043f16b7ed068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the historical backtest on the run-of-record data (yfinance).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  <p:pic>
        <p:nvPicPr>
          <p:cNvPr id="4" name="Picture 3" descr="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45219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13.07%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0.18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-26.75%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14.03%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1.55% · Sortino 0.22 · Calmar 0.06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103.70%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e9b902f10f74e74f9bda9dabaf7043f16b7ed068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0.18, max drawdown -26.75%, cumulative return 13.07%.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8 confirmed failures out of 24 worlds (33.33%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correlation_breakdown, slippage_inflation, volatility_expansion.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Stress-mechanism result matrix (per mechanism, base seed):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momentum_reversal: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volatility_expansion: FAIL (low_sharpe)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correlation_breakdown: FAIL (low_sharpe)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volatility_compression: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spread_inflation: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slippage_inflation: FAIL (low_sharpe)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borrow_cost_increase: FAIL (low_sharpe)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short_unavailability: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delayed_rebalance: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universe_churn: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missing_data_shock: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e9b902f10f74e74f9bda9dabaf7043f16b7ed068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vs minimized failure — the breaking condition, shrunk to a minimal reproducible counterexample: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BASELINE (Real historical backtest (yfinance)): Sharpe 0.18, cum. return 13.07%.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MINIMIZED FAILING WORLD (volatility_expansion @ intensity 0.9285, seed 20264): still fails = True; violated predicates = low_sharpe.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e9b902f10f74e74f9bda9dabaf7043f16b7ed068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