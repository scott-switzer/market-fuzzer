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ac11b8068a88dcf3bcd7d66295c80ad741f7c355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ac11b8068a88dcf3bcd7d66295c80ad741f7c355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ac11b8068a88dcf3bcd7d66295c80ad741f7c355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ac11b8068a88dcf3bcd7d66295c80ad741f7c355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