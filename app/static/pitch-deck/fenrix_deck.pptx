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8e659ca5e4c5839225b43f8815d557272ebb602e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8e659ca5e4c5839225b43f8815d557272ebb602e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8e659ca5e4c5839225b43f8815d557272ebb602e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8e659ca5e4c5839225b43f8815d557272ebb602e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