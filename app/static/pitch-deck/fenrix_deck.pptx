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d012a6c1ee8f2ead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d012a6c1ee8f2ead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21 confirmed failures out of 24 worlds (87.50%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delayed_rebalance, missing_data_shock, momentum_reversal, short_unavailability, slippage_inflation, spread_inflation, universe_churn,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d012a6c1ee8f2ead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momentum_reversal · seed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1.449 → 0.0057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d012a6c1ee8f2ead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