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d6060783173d94586f6ceac10beda05bd34d4d31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d6060783173d94586f6ceac10beda05bd34d4d31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d6060783173d94586f6ceac10beda05bd34d4d31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0.9285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d6060783173d94586f6ceac10beda05bd34d4d31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