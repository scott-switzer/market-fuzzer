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43217bab9e4ee9ac10aaa6814cceadd0423beefa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  <p:pic>
        <p:nvPicPr>
          <p:cNvPr id="4" name="Picture 3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4521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43217bab9e4ee9ac10aaa6814cceadd0423beefa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see confirmed-failure mechanisms below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43217bab9e4ee9ac10aaa6814cceadd0423beefa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Three-world comparison — the failure boundary,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43217bab9e4ee9ac10aaa6814cceadd0423beefa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