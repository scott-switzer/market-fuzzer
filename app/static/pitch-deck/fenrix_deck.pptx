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Fenrix Strategy Validation Lab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Backtesting shows where a strategy worked. Fenrix searches for where it breaks.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Product flow: Describe → Review → Lock → Backtest → Stress → Minimize → Export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Strategy hash (immutable): c9d19b2e8d20667a…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Source code SHA: 83bbe5f262d7bbac0f4ce43890dc8e064f8b7a90 · data mode of record: yfinance · universe: 30 assets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The problem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A green backtest is a claim, not 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Backtests only tell you where a strategy already worked — they are silent about fragility.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Students and retail quants ship strategies validated on one historical path.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Overfitting, cost blindness and regime fragility hide until real capital finds them.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There is no cheap, reproducible way to ask: under which conditions does this break?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Product workflow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Describe → Review → Lock → Backtest → Stress → Minimize →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Describe: plain-English strategy → structured clause ledger (every clause reviewed).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Review + Lock: mandatory approve step → immutable version + canonical SHA-256 hash.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Backtest: the SAME locked hash runs the historical backtest on the run-of-record data (yfinance).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Stress: the SAME hash enters a sealed synthetic failure search across mechanisms.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Minimize: confirmed failures are shrunk to a minimal reproducible counterexample.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Export: evidence package with manifest, hashes and claim ledger.</a:t>
            </a:r>
          </a:p>
        </p:txBody>
      </p:sp>
      <p:pic>
        <p:nvPicPr>
          <p:cNvPr id="4" name="Picture 3" descr="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749039"/>
            <a:ext cx="5486400" cy="4521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Demo run — Real historical backtest (yfinance)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30 assets · 50 trades · all figures from deck_data.json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70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AFFC4"/>
                </a:solidFill>
              </a:defRPr>
            </a:pPr>
            <a:r>
              <a:t>13.07%</a:t>
            </a:r>
          </a:p>
          <a:p>
            <a:pPr>
              <a:defRPr sz="1100">
                <a:solidFill>
                  <a:srgbClr val="E7ECF3"/>
                </a:solidFill>
              </a:defRPr>
            </a:pPr>
            <a:r>
              <a:t>cumulative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2680" y="1645920"/>
            <a:ext cx="170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AFFC4"/>
                </a:solidFill>
              </a:defRPr>
            </a:pPr>
            <a:r>
              <a:t>0.18</a:t>
            </a:r>
          </a:p>
          <a:p>
            <a:pPr>
              <a:defRPr sz="1100">
                <a:solidFill>
                  <a:srgbClr val="E7ECF3"/>
                </a:solidFill>
              </a:defRPr>
            </a:pPr>
            <a:r>
              <a:t>Sharpe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645920"/>
            <a:ext cx="170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AFFC4"/>
                </a:solidFill>
              </a:defRPr>
            </a:pPr>
            <a:r>
              <a:t>-26.75%</a:t>
            </a:r>
          </a:p>
          <a:p>
            <a:pPr>
              <a:defRPr sz="1100">
                <a:solidFill>
                  <a:srgbClr val="E7ECF3"/>
                </a:solidFill>
              </a:defRPr>
            </a:pPr>
            <a:r>
              <a:t>max drawdown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59" y="1645920"/>
            <a:ext cx="170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AFFC4"/>
                </a:solidFill>
              </a:defRPr>
            </a:pPr>
            <a:r>
              <a:t>14.65%</a:t>
            </a:r>
          </a:p>
          <a:p>
            <a:pPr>
              <a:defRPr sz="1100">
                <a:solidFill>
                  <a:srgbClr val="E7ECF3"/>
                </a:solidFill>
              </a:defRPr>
            </a:pPr>
            <a:r>
              <a:t>ann. volatility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645920"/>
            <a:ext cx="170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AFFC4"/>
                </a:solidFill>
              </a:defRPr>
            </a:pPr>
            <a:r>
              <a:t>14.03%</a:t>
            </a:r>
          </a:p>
          <a:p>
            <a:pPr>
              <a:defRPr sz="1100">
                <a:solidFill>
                  <a:srgbClr val="E7ECF3"/>
                </a:solidFill>
              </a:defRPr>
            </a:pPr>
            <a:r>
              <a:t>cost % of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8839" y="1645920"/>
            <a:ext cx="170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AFFC4"/>
                </a:solidFill>
              </a:defRPr>
            </a:pPr>
            <a:r>
              <a:t>50</a:t>
            </a:r>
          </a:p>
          <a:p>
            <a:pPr>
              <a:defRPr sz="1100">
                <a:solidFill>
                  <a:srgbClr val="E7ECF3"/>
                </a:solidFill>
              </a:defRPr>
            </a:pPr>
            <a:r>
              <a:t>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CAGR 1.55% · Sortino 0.22 · Calmar 0.06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Benchmark CAGR 12.49% · information ratio -0.46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Gross exposure avg 103.70% · net exposure avg 0.00%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Costs are explicit bounded heuristics (commission/spread/slippage/borrow) — not broker calibrations.</a:t>
            </a:r>
          </a:p>
        </p:txBody>
      </p:sp>
      <p:pic>
        <p:nvPicPr>
          <p:cNvPr id="10" name="Picture 9" descr="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749039"/>
            <a:ext cx="548640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190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B020"/>
                </a:solidFill>
              </a:defRPr>
            </a:pPr>
            <a:r>
              <a:t>TIER 2 · yfinance historical (actual run) · source code 83bbe5f262d7bbac0f4ce43890dc8e064f8b7a90 · evidence-generated · not investment advice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What the normal backtest missed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Sealed stress search — per-mechanism pass/fail (base seed)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Baseline (Real historical backtest (yfinance)): Sharpe 0.18, max drawdown -26.75%, cumulative return 13.07%.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Sealed stress search: 8 confirmed failures out of 24 worlds (33.33% failure rate).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Confirmed-failure mechanisms: borrow_cost_increase, correlation_breakdown, slippage_inflation, volatility_expansion.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Worst confirmed stress case (volatility_expansion): Sharpe 0.20, max drawdown -0.66%, cost 0.10% of capital — invisible to the plain backtest.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11064240" cy="278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FD1FF"/>
                </a:solidFill>
              </a:defRPr>
            </a:pPr>
            <a:r>
              <a:t>Per-mechanism result (base seed):</a:t>
            </a:r>
          </a:p>
          <a:p>
            <a:pPr>
              <a:defRPr sz="1300">
                <a:solidFill>
                  <a:srgbClr val="9AFFC4"/>
                </a:solidFill>
              </a:defRPr>
            </a:pPr>
            <a:r>
              <a:t>• momentum_reversal: pass</a:t>
            </a:r>
          </a:p>
          <a:p>
            <a:pPr>
              <a:defRPr sz="1300">
                <a:solidFill>
                  <a:srgbClr val="FF6B6B"/>
                </a:solidFill>
              </a:defRPr>
            </a:pPr>
            <a:r>
              <a:t>• volatility_expansion: FAIL (low_sharpe)</a:t>
            </a:r>
          </a:p>
          <a:p>
            <a:pPr>
              <a:defRPr sz="1300">
                <a:solidFill>
                  <a:srgbClr val="FF6B6B"/>
                </a:solidFill>
              </a:defRPr>
            </a:pPr>
            <a:r>
              <a:t>• correlation_breakdown: FAIL (low_sharpe)</a:t>
            </a:r>
          </a:p>
          <a:p>
            <a:pPr>
              <a:defRPr sz="1300">
                <a:solidFill>
                  <a:srgbClr val="9AFFC4"/>
                </a:solidFill>
              </a:defRPr>
            </a:pPr>
            <a:r>
              <a:t>• volatility_compression: pass</a:t>
            </a:r>
          </a:p>
          <a:p>
            <a:pPr>
              <a:defRPr sz="1300">
                <a:solidFill>
                  <a:srgbClr val="9AFFC4"/>
                </a:solidFill>
              </a:defRPr>
            </a:pPr>
            <a:r>
              <a:t>• spread_inflation: pass</a:t>
            </a:r>
          </a:p>
          <a:p>
            <a:pPr>
              <a:defRPr sz="1300">
                <a:solidFill>
                  <a:srgbClr val="FF6B6B"/>
                </a:solidFill>
              </a:defRPr>
            </a:pPr>
            <a:r>
              <a:t>• slippage_inflation: FAIL (low_sharpe)</a:t>
            </a:r>
          </a:p>
          <a:p>
            <a:pPr>
              <a:defRPr sz="1300">
                <a:solidFill>
                  <a:srgbClr val="FF6B6B"/>
                </a:solidFill>
              </a:defRPr>
            </a:pPr>
            <a:r>
              <a:t>• borrow_cost_increase: FAIL (low_sharpe)</a:t>
            </a:r>
          </a:p>
          <a:p>
            <a:pPr>
              <a:defRPr sz="1300">
                <a:solidFill>
                  <a:srgbClr val="9AFFC4"/>
                </a:solidFill>
              </a:defRPr>
            </a:pPr>
            <a:r>
              <a:t>• short_unavailability: pass</a:t>
            </a:r>
          </a:p>
          <a:p>
            <a:pPr>
              <a:defRPr sz="1300">
                <a:solidFill>
                  <a:srgbClr val="9AFFC4"/>
                </a:solidFill>
              </a:defRPr>
            </a:pPr>
            <a:r>
              <a:t>• delayed_rebalance: pass</a:t>
            </a:r>
          </a:p>
          <a:p>
            <a:pPr>
              <a:defRPr sz="1300">
                <a:solidFill>
                  <a:srgbClr val="9AFFC4"/>
                </a:solidFill>
              </a:defRPr>
            </a:pPr>
            <a:r>
              <a:t>• universe_churn: pass</a:t>
            </a:r>
          </a:p>
          <a:p>
            <a:pPr>
              <a:defRPr sz="1300">
                <a:solidFill>
                  <a:srgbClr val="9AFFC4"/>
                </a:solidFill>
              </a:defRPr>
            </a:pPr>
            <a:r>
              <a:t>• missing_data_shock: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B020"/>
                </a:solidFill>
              </a:defRPr>
            </a:pPr>
            <a:r>
              <a:t>TIER 2 · yfinance historical (actual run) · source code 83bbe5f262d7bbac0f4ce43890dc8e064f8b7a90 · evidence-generated · not investment advice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Minimized counterexample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Smallest reproducible world where the locked strategy still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Baseline vs minimized failure — the breaking condition, shrunk to a minimal reproducible counterexample: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• BASELINE (Real historical backtest (yfinance)): Sharpe 0.18, cum. return 13.07%.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• MINIMIZED FAILING WORLD (volatility_expansion @ intensity 0.9285, seed 20264): still fails = True; violated predicates = low_sharpe.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  minimized-case metrics: Sharpe 0.20, cum. return 0.69%, max DD -0.66%, cost 0.10% of capital.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• Adjacent pass: no adjacent pass within radius — reported honestly, not fabricated.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B020"/>
                </a:solidFill>
              </a:defRPr>
            </a:pPr>
            <a:r>
              <a:t>TIER 2 · yfinance historical (actual run) · source code 83bbe5f262d7bbac0f4ce43890dc8e064f8b7a90 · evidence-generated · not investment advice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Education &amp; research value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A falsification lab, not a profit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Students see WHY a strategy fails — mechanism, intensity, seed — not just an equity curve.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Every claim is bound to a hash and an evidence file; grading and review become reproducible.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Instructors can replay the minimized counterexample deterministically.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Mechanism library searched this run: borrow_cost_increase, correlation_breakdown, delayed_rebalance, missing_data_shock, momentum_reversal, short_unavailability, slippage_inflation, spread_inflation, universe_churn, volatility_compression, volatility_expansion.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Architecture &amp; moat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Immutable contracts + sealed synthetic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Clause ledger → canonical hash: the same immutable artifact flows through every stage.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Sealed synthetic world generator: seeds + mechanisms are reproducible and tamper-evident.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Evidence packages carry SHA-256 manifests binding data, backtest, campaign and replay.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Failure minimizer + adjacent-pass search turn red flags into actionable counterexamples.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Moat: the corpus of confirmed, minimized failures compounds with every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Honest boundary &amp; roadmap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What this is NOT — and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Synthetic stress worlds are generated, not historical; they probe fragility, not real future risk.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Costs are explicit bounded heuristics (flat bps), not validated broker calibrations.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Fenrix fundamentals (if used) are not point-in-time; lagged approximation only.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No claim of live profitability, production execution fidelity, or universal realism.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Failure search is not exhaustive; it reports confirmed failures only.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Roadmap: point-in-time fundamentals, broker-calibrated costs, richer mechanism library, live paper-trading bridge.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7ECF3"/>
                </a:solidFill>
              </a:defRPr>
            </a:pPr>
            <a:r>
              <a:t>Ask</a:t>
            </a:r>
          </a:p>
          <a:p>
            <a:pPr>
              <a:defRPr sz="1700">
                <a:solidFill>
                  <a:srgbClr val="7FD1FF"/>
                </a:solidFill>
              </a:defRPr>
            </a:pPr>
            <a:r>
              <a:t>Help us make strategy falsification the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7ECF3"/>
                </a:solidFill>
              </a:defRPr>
            </a:pPr>
            <a:r>
              <a:t>• Pilot with quant-finance classrooms and student funds this semester.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Feedback on mechanism realism from practitioners.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Compute credits for larger sealed stress campaigns.</a:t>
            </a:r>
          </a:p>
          <a:p>
            <a:pPr>
              <a:defRPr sz="1500">
                <a:solidFill>
                  <a:srgbClr val="E7ECF3"/>
                </a:solidFill>
              </a:defRPr>
            </a:pPr>
            <a:r>
              <a:t>• Reproduce everything: make submission-demo · make verify-submission · make pitch-deck.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