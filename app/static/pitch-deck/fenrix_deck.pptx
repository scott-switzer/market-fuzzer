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5998483efcd9a3d28f7e87d3c477e2a311d6b79e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5998483efcd9a3d28f7e87d3c477e2a311d6b79e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see confirmed-failure mechanisms below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5998483efcd9a3d28f7e87d3c477e2a311d6b79e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Three-world comparison — the failure boundary,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5998483efcd9a3d28f7e87d3c477e2a311d6b79e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