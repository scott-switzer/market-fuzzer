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4047c245bd417aaa6c31e083d57747197f22e9cc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4047c245bd417aaa6c31e083d57747197f22e9cc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4047c245bd417aaa6c31e083d57747197f22e9cc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4047c245bd417aaa6c31e083d57747197f22e9cc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