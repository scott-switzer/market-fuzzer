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07bbbcfa9242ec07a19bb30fb54e4880de94ae56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07bbbcfa9242ec07a19bb30fb54e4880de94ae56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07bbbcfa9242ec07a19bb30fb54e4880de94ae56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07bbbcfa9242ec07a19bb30fb54e4880de94ae56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