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git SHA: 49e98cdff0cf647c0dbe98687352d016aed10c38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10.47%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0.16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-26.82%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15.40%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1.26% · Sortino 0.20 · Calmar 0.05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-0.47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109.52%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49e98cdff0cf647c0dbe98687352d016aed10c38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0.16, max drawdown -26.82%, cumulative return 10.47%.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7 confirmed failures out of 24 worlds (29.17%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slippage_inflation, spread_inflation, volatility_expansion.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49e98cdff0cf647c0dbe98687352d016aed10c38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Mechanism: volatility_expansion · seed 20264.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Intensity minimized 1.038 → 0.8758 and it STILL fails: True.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Violated predicates: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49e98cdff0cf647c0dbe98687352d016aed10c38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