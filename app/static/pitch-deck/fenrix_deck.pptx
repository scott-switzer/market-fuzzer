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47b4e9cd36e90b3b7d416fd1fe97bc229402eacb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47b4e9cd36e90b3b7d416fd1fe97bc229402eacb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47b4e9cd36e90b3b7d416fd1fe97bc229402eacb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0.9285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47b4e9cd36e90b3b7d416fd1fe97bc229402eacb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